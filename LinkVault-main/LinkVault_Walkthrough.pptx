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Segoe UI"/>
              </a:defRPr>
            </a:pPr>
            <a:r>
              <a:t>LINKVAULT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Segoe UI"/>
              </a:defRPr>
            </a:pPr>
            <a:r>
              <a:t>Foundational SaaS Architecture &amp; Product Concept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An MVP-stage codebase consolidating cloud storage, public bio link profiles, secure file transfers, and hierarchical directories.</a:t>
            </a:r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840480"/>
          </a:xfrm>
          <a:prstGeom prst="rect">
            <a:avLst/>
          </a:prstGeom>
          <a:ln w="19050">
            <a:solidFill>
              <a:srgbClr val="47556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Architectural Overview &amp; Concept Pitch Deck — Ready for Team Refinement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MARKET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Opportunity: Consolidating $20B+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FRAGMENTATION PROBLEM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Workspace Fragmentation: Teams jump between Notion for docs, Linktree for bios, Dropbox for files, and WeTransfer for sharing.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Subscription Fatigue: Businesses and creators pay 4+ different subscription bills, adding friction and cost.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Security Concerns: Transferring files and links across multiple unaligned platforms leaves audit trails scattered.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4ADE80"/>
                </a:solidFill>
                <a:latin typeface="Segoe UI"/>
              </a:defRPr>
            </a:pPr>
            <a:r>
              <a:t>THE LINKVAULT SOLUTION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All-in-One Command Center: LinkVault consolidates file storage, nested directories, bio links, and quick transfers in one app.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One Dashboard, One Subscription: Save 70% of software costs by replacing disjointed single-purpose tools with one beautiful interface.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Unified Governance: Bank-level security, centralized audit logs, team RBAC, and real-time synchronization out of the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Core Walkthrough: The Unified Command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DASHBOARD HOME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Centralized Dashboard: Displays high-level analytics, active links count, stored files count, and activity feeds at a glance.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SSO Access Skeletons: Formulated authentication handlers mapped to Google, GitHub, and LinkedIn OAuth.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Live Activity Stream: Integrated SignalR framework designed to broadcast team workspace updates and file events in real-time.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828800"/>
            <a:ext cx="6035040" cy="3931920"/>
          </a:xfrm>
          <a:prstGeom prst="rect">
            <a:avLst/>
          </a:prstGeom>
          <a:ln w="19050">
            <a:solidFill>
              <a:srgbClr val="475569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Core Walkthrough: Bio Link Profiles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BIO LINK BUILDER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Linktree-style profiles: Drag-and-drop link configuration for customizable user bios.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Public Profile pages: Instantly accessible via vanity URLs (e.g., /u/username).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Social Integrations: Responsive layouts that dynamically align content, redirect links, and collect click logs.</a:t>
            </a:r>
          </a:p>
        </p:txBody>
      </p:sp>
      <p:pic>
        <p:nvPicPr>
          <p:cNvPr id="6" name="Picture 5" descr="li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828800"/>
            <a:ext cx="6035040" cy="3931920"/>
          </a:xfrm>
          <a:prstGeom prst="rect">
            <a:avLst/>
          </a:prstGeom>
          <a:ln w="19050">
            <a:solidFill>
              <a:srgbClr val="475569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Core Walkthrough: Cloud Files &amp; Directories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FILE MANAGEMENT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Dropbox-grade Secure Storage: Upload, inspect, download, and organize files in real-time.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Hierarchical Directories: Nest files in customizable directory structures with breadcrumb navigation.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Granular Controls: Configured roles for team members (Admin, Manager, Member, Viewer) to govern uploads and shares.</a:t>
            </a:r>
          </a:p>
        </p:txBody>
      </p:sp>
      <p:pic>
        <p:nvPicPr>
          <p:cNvPr id="6" name="Picture 5" descr="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828800"/>
            <a:ext cx="6035040" cy="3931920"/>
          </a:xfrm>
          <a:prstGeom prst="rect">
            <a:avLst/>
          </a:prstGeom>
          <a:ln w="19050">
            <a:solidFill>
              <a:srgbClr val="475569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Core Walkthrough: Visual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DASHBOARD ANALYTICS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Visitor &amp; Click Tracking: Log links clicked, files downloaded, and geographic visitor sources.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Interactive Charts: Configured Recharts graphs showing daily link visits and storage size distributions.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Referral Insights: Capture click reference headers to identify what traffic channels generate the most engagement.</a:t>
            </a:r>
          </a:p>
        </p:txBody>
      </p:sp>
      <p:pic>
        <p:nvPicPr>
          <p:cNvPr id="6" name="Picture 5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828800"/>
            <a:ext cx="6035040" cy="3931920"/>
          </a:xfrm>
          <a:prstGeom prst="rect">
            <a:avLst/>
          </a:prstGeom>
          <a:ln w="19050">
            <a:solidFill>
              <a:srgbClr val="47556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Enterprise-Grade Architecture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MODERN TECH STACK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Backend: ASP.NET Core 8 Web API (C#) — robust, high-throughput, and clean controller/service abstraction.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Frontend: React 18 with TypeScript &amp; Vite — ultra-fast compilation, modern single-page-app routing, and state managed by Zustand.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Database: PostgreSQL with Entity Framework Core — robust database migrations and schemas.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Real-Time Sync: ASP.NET Core SignalR Web Sockets — pushes real-time activity feeds and team collaboration updates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4ADE80"/>
                </a:solidFill>
                <a:latin typeface="Segoe UI"/>
              </a:defRPr>
            </a:pPr>
            <a:r>
              <a:t>GOVERNANCE &amp; SECURITY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Bank-Level Auditing: Detailed, read-only audit log page tracking all document reads, updates, and permission changes.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Frictionless SSO: Pre-configured OAuth login with Google, GitHub, and LinkedIn, keeping user acquisition friction to zero.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Two-Factor Auth (2FA): Advanced account protection built natively into the security model.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Docker Containerization: Includes Docker Compose configuration for immediate, single-command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COMMERCIAL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Why This is the Ultimate Digital Product to Sell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4ADE80"/>
                </a:solidFill>
                <a:latin typeface="Segoe UI"/>
              </a:defRPr>
            </a:pPr>
            <a:r>
              <a:t>ARCHITECTURAL FOUNDATION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Robust MVP-stage codebase serving as a structural starting point.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Provides core models, controllers, and interactive pages.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Saves months of developer bootstrapping and scaffolding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TEAM REQUIRED FOR LAUNCH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Not yet fully production-ready or ready for public deployment.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Requires a dedicated development team to review, polish, and QA.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Clean architectural framework ready to be customized and expanded.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PRICED FOR IDEA &amp; IP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Asking price is primarily for the core SaaS concept and structure.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Includes design assets, UI layouts, and frontend-backend wiring.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High-value blueprint for creators, startups, or agencies.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